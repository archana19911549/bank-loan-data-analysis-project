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shinde" userId="f913e8f46c5dc923" providerId="LiveId" clId="{A1D925A0-F550-4B7B-84F3-7B62E50E5ED0}"/>
    <pc:docChg chg="custSel addSld delSld modSld">
      <pc:chgData name="archana shinde" userId="f913e8f46c5dc923" providerId="LiveId" clId="{A1D925A0-F550-4B7B-84F3-7B62E50E5ED0}" dt="2026-09-25T12:17:03.009" v="505" actId="29295"/>
      <pc:docMkLst>
        <pc:docMk/>
      </pc:docMkLst>
      <pc:sldChg chg="addSp modSp mod">
        <pc:chgData name="archana shinde" userId="f913e8f46c5dc923" providerId="LiveId" clId="{A1D925A0-F550-4B7B-84F3-7B62E50E5ED0}" dt="2026-09-25T12:04:46.582" v="474" actId="1076"/>
        <pc:sldMkLst>
          <pc:docMk/>
          <pc:sldMk cId="315096705" sldId="256"/>
        </pc:sldMkLst>
        <pc:spChg chg="mod">
          <ac:chgData name="archana shinde" userId="f913e8f46c5dc923" providerId="LiveId" clId="{A1D925A0-F550-4B7B-84F3-7B62E50E5ED0}" dt="2026-09-24T11:45:31.370" v="388" actId="207"/>
          <ac:spMkLst>
            <pc:docMk/>
            <pc:sldMk cId="315096705" sldId="256"/>
            <ac:spMk id="2" creationId="{A17ED9A1-37B8-4265-8E50-9ABD6BC793CB}"/>
          </ac:spMkLst>
        </pc:spChg>
        <pc:picChg chg="add mod modCrop">
          <ac:chgData name="archana shinde" userId="f913e8f46c5dc923" providerId="LiveId" clId="{A1D925A0-F550-4B7B-84F3-7B62E50E5ED0}" dt="2026-09-25T12:04:46.582" v="474" actId="1076"/>
          <ac:picMkLst>
            <pc:docMk/>
            <pc:sldMk cId="315096705" sldId="256"/>
            <ac:picMk id="5" creationId="{E6A0C223-F9F9-46E9-9359-65B2018DAEFB}"/>
          </ac:picMkLst>
        </pc:picChg>
      </pc:sldChg>
      <pc:sldChg chg="addSp modSp mod">
        <pc:chgData name="archana shinde" userId="f913e8f46c5dc923" providerId="LiveId" clId="{A1D925A0-F550-4B7B-84F3-7B62E50E5ED0}" dt="2026-09-25T12:15:21.051" v="498" actId="29295"/>
        <pc:sldMkLst>
          <pc:docMk/>
          <pc:sldMk cId="1502565544" sldId="257"/>
        </pc:sldMkLst>
        <pc:spChg chg="mod">
          <ac:chgData name="archana shinde" userId="f913e8f46c5dc923" providerId="LiveId" clId="{A1D925A0-F550-4B7B-84F3-7B62E50E5ED0}" dt="2026-09-25T07:00:12.559" v="390" actId="207"/>
          <ac:spMkLst>
            <pc:docMk/>
            <pc:sldMk cId="1502565544" sldId="257"/>
            <ac:spMk id="3" creationId="{04403FB9-DCB4-4D3A-AD1C-FCAAB8A8993E}"/>
          </ac:spMkLst>
        </pc:spChg>
        <pc:spChg chg="mod">
          <ac:chgData name="archana shinde" userId="f913e8f46c5dc923" providerId="LiveId" clId="{A1D925A0-F550-4B7B-84F3-7B62E50E5ED0}" dt="2026-09-25T07:00:58.999" v="392" actId="207"/>
          <ac:spMkLst>
            <pc:docMk/>
            <pc:sldMk cId="1502565544" sldId="257"/>
            <ac:spMk id="5" creationId="{8C6EC0E3-59EF-452E-82C0-9252FF6B2D02}"/>
          </ac:spMkLst>
        </pc:spChg>
        <pc:picChg chg="add mod">
          <ac:chgData name="archana shinde" userId="f913e8f46c5dc923" providerId="LiveId" clId="{A1D925A0-F550-4B7B-84F3-7B62E50E5ED0}" dt="2026-09-25T12:15:21.051" v="498" actId="29295"/>
          <ac:picMkLst>
            <pc:docMk/>
            <pc:sldMk cId="1502565544" sldId="257"/>
            <ac:picMk id="4" creationId="{285D42BB-D81D-4891-BA3C-BF3193159091}"/>
          </ac:picMkLst>
        </pc:picChg>
      </pc:sldChg>
      <pc:sldChg chg="modSp mod">
        <pc:chgData name="archana shinde" userId="f913e8f46c5dc923" providerId="LiveId" clId="{A1D925A0-F550-4B7B-84F3-7B62E50E5ED0}" dt="2026-09-25T11:57:30.557" v="458" actId="14100"/>
        <pc:sldMkLst>
          <pc:docMk/>
          <pc:sldMk cId="3455873987" sldId="258"/>
        </pc:sldMkLst>
        <pc:spChg chg="mod">
          <ac:chgData name="archana shinde" userId="f913e8f46c5dc923" providerId="LiveId" clId="{A1D925A0-F550-4B7B-84F3-7B62E50E5ED0}" dt="2026-09-25T11:57:13.215" v="456" actId="14861"/>
          <ac:spMkLst>
            <pc:docMk/>
            <pc:sldMk cId="3455873987" sldId="258"/>
            <ac:spMk id="3" creationId="{4717C4FB-92D6-4DBD-AA4D-BC8FEB7FC0E0}"/>
          </ac:spMkLst>
        </pc:spChg>
        <pc:picChg chg="mod">
          <ac:chgData name="archana shinde" userId="f913e8f46c5dc923" providerId="LiveId" clId="{A1D925A0-F550-4B7B-84F3-7B62E50E5ED0}" dt="2026-09-25T11:57:30.557" v="458" actId="14100"/>
          <ac:picMkLst>
            <pc:docMk/>
            <pc:sldMk cId="3455873987" sldId="258"/>
            <ac:picMk id="5" creationId="{C685C0F7-6B85-43C9-98B9-6184AC8D74E1}"/>
          </ac:picMkLst>
        </pc:picChg>
      </pc:sldChg>
      <pc:sldChg chg="modSp mod">
        <pc:chgData name="archana shinde" userId="f913e8f46c5dc923" providerId="LiveId" clId="{A1D925A0-F550-4B7B-84F3-7B62E50E5ED0}" dt="2026-09-25T07:03:33.927" v="398" actId="207"/>
        <pc:sldMkLst>
          <pc:docMk/>
          <pc:sldMk cId="179489647" sldId="259"/>
        </pc:sldMkLst>
        <pc:spChg chg="mod">
          <ac:chgData name="archana shinde" userId="f913e8f46c5dc923" providerId="LiveId" clId="{A1D925A0-F550-4B7B-84F3-7B62E50E5ED0}" dt="2026-09-25T07:03:33.927" v="398" actId="207"/>
          <ac:spMkLst>
            <pc:docMk/>
            <pc:sldMk cId="179489647" sldId="259"/>
            <ac:spMk id="3" creationId="{37CC6515-EA9D-43C5-A2AB-90F72C209C70}"/>
          </ac:spMkLst>
        </pc:spChg>
        <pc:picChg chg="mod">
          <ac:chgData name="archana shinde" userId="f913e8f46c5dc923" providerId="LiveId" clId="{A1D925A0-F550-4B7B-84F3-7B62E50E5ED0}" dt="2026-09-24T11:00:35.067" v="76" actId="14861"/>
          <ac:picMkLst>
            <pc:docMk/>
            <pc:sldMk cId="179489647" sldId="259"/>
            <ac:picMk id="5" creationId="{8E2A1417-EEAF-4BAC-AC19-C95D5EC4DF16}"/>
          </ac:picMkLst>
        </pc:picChg>
        <pc:picChg chg="mod">
          <ac:chgData name="archana shinde" userId="f913e8f46c5dc923" providerId="LiveId" clId="{A1D925A0-F550-4B7B-84F3-7B62E50E5ED0}" dt="2026-09-24T11:00:53.699" v="156" actId="14861"/>
          <ac:picMkLst>
            <pc:docMk/>
            <pc:sldMk cId="179489647" sldId="259"/>
            <ac:picMk id="7" creationId="{07A89EE2-6AE0-4E4E-8811-49BAA24E4C63}"/>
          </ac:picMkLst>
        </pc:picChg>
      </pc:sldChg>
      <pc:sldChg chg="addSp modSp new del mod chgLayout">
        <pc:chgData name="archana shinde" userId="f913e8f46c5dc923" providerId="LiveId" clId="{A1D925A0-F550-4B7B-84F3-7B62E50E5ED0}" dt="2026-09-24T11:06:05.422" v="174" actId="2696"/>
        <pc:sldMkLst>
          <pc:docMk/>
          <pc:sldMk cId="156800377" sldId="260"/>
        </pc:sldMkLst>
        <pc:spChg chg="add mod">
          <ac:chgData name="archana shinde" userId="f913e8f46c5dc923" providerId="LiveId" clId="{A1D925A0-F550-4B7B-84F3-7B62E50E5ED0}" dt="2026-09-24T11:04:30.236" v="171" actId="20577"/>
          <ac:spMkLst>
            <pc:docMk/>
            <pc:sldMk cId="156800377" sldId="260"/>
            <ac:spMk id="3" creationId="{29934521-C9A5-4CA2-A470-B3FD869E9138}"/>
          </ac:spMkLst>
        </pc:spChg>
        <pc:spChg chg="add">
          <ac:chgData name="archana shinde" userId="f913e8f46c5dc923" providerId="LiveId" clId="{A1D925A0-F550-4B7B-84F3-7B62E50E5ED0}" dt="2026-09-24T11:04:42.787" v="172" actId="22"/>
          <ac:spMkLst>
            <pc:docMk/>
            <pc:sldMk cId="156800377" sldId="260"/>
            <ac:spMk id="5" creationId="{7F4E5434-855C-4D9B-A64B-A172E11111D7}"/>
          </ac:spMkLst>
        </pc:spChg>
      </pc:sldChg>
      <pc:sldChg chg="addSp modSp new mod chgLayout">
        <pc:chgData name="archana shinde" userId="f913e8f46c5dc923" providerId="LiveId" clId="{A1D925A0-F550-4B7B-84F3-7B62E50E5ED0}" dt="2026-09-25T12:17:03.009" v="505" actId="29295"/>
        <pc:sldMkLst>
          <pc:docMk/>
          <pc:sldMk cId="2954323783" sldId="260"/>
        </pc:sldMkLst>
        <pc:spChg chg="add mod">
          <ac:chgData name="archana shinde" userId="f913e8f46c5dc923" providerId="LiveId" clId="{A1D925A0-F550-4B7B-84F3-7B62E50E5ED0}" dt="2026-09-25T07:03:47.314" v="399" actId="207"/>
          <ac:spMkLst>
            <pc:docMk/>
            <pc:sldMk cId="2954323783" sldId="260"/>
            <ac:spMk id="2" creationId="{3604DC5D-B985-4F9B-9091-3B84080F7308}"/>
          </ac:spMkLst>
        </pc:spChg>
        <pc:spChg chg="add mod">
          <ac:chgData name="archana shinde" userId="f913e8f46c5dc923" providerId="LiveId" clId="{A1D925A0-F550-4B7B-84F3-7B62E50E5ED0}" dt="2026-09-25T07:08:40.240" v="454" actId="207"/>
          <ac:spMkLst>
            <pc:docMk/>
            <pc:sldMk cId="2954323783" sldId="260"/>
            <ac:spMk id="4" creationId="{203E9811-A55B-43A2-B2B9-A25D62CB8399}"/>
          </ac:spMkLst>
        </pc:spChg>
        <pc:picChg chg="add mod">
          <ac:chgData name="archana shinde" userId="f913e8f46c5dc923" providerId="LiveId" clId="{A1D925A0-F550-4B7B-84F3-7B62E50E5ED0}" dt="2026-09-25T12:17:03.009" v="505" actId="29295"/>
          <ac:picMkLst>
            <pc:docMk/>
            <pc:sldMk cId="2954323783" sldId="260"/>
            <ac:picMk id="5" creationId="{EF8B685C-71B8-4F2E-A28A-2E4DBA48A263}"/>
          </ac:picMkLst>
        </pc:picChg>
      </pc:sldChg>
      <pc:sldChg chg="addSp modSp new del mod">
        <pc:chgData name="archana shinde" userId="f913e8f46c5dc923" providerId="LiveId" clId="{A1D925A0-F550-4B7B-84F3-7B62E50E5ED0}" dt="2026-09-24T11:34:44.989" v="333" actId="2696"/>
        <pc:sldMkLst>
          <pc:docMk/>
          <pc:sldMk cId="978831127" sldId="261"/>
        </pc:sldMkLst>
        <pc:spChg chg="add mod">
          <ac:chgData name="archana shinde" userId="f913e8f46c5dc923" providerId="LiveId" clId="{A1D925A0-F550-4B7B-84F3-7B62E50E5ED0}" dt="2026-09-24T11:23:32.801" v="293" actId="122"/>
          <ac:spMkLst>
            <pc:docMk/>
            <pc:sldMk cId="978831127" sldId="261"/>
            <ac:spMk id="2" creationId="{F118B04B-F3A1-415F-A142-F95F2CC57A8E}"/>
          </ac:spMkLst>
        </pc:spChg>
        <pc:spChg chg="add mod">
          <ac:chgData name="archana shinde" userId="f913e8f46c5dc923" providerId="LiveId" clId="{A1D925A0-F550-4B7B-84F3-7B62E50E5ED0}" dt="2026-09-24T11:25:02.611" v="330" actId="14100"/>
          <ac:spMkLst>
            <pc:docMk/>
            <pc:sldMk cId="978831127" sldId="261"/>
            <ac:spMk id="3" creationId="{926A6F4E-A955-4EC5-9474-BDAE889DDC8C}"/>
          </ac:spMkLst>
        </pc:spChg>
        <pc:picChg chg="add mod">
          <ac:chgData name="archana shinde" userId="f913e8f46c5dc923" providerId="LiveId" clId="{A1D925A0-F550-4B7B-84F3-7B62E50E5ED0}" dt="2026-09-24T11:34:30.840" v="332" actId="14100"/>
          <ac:picMkLst>
            <pc:docMk/>
            <pc:sldMk cId="978831127" sldId="261"/>
            <ac:picMk id="5" creationId="{B046BE54-1E9B-4658-B67D-385BE5C5DFB3}"/>
          </ac:picMkLst>
        </pc:picChg>
      </pc:sldChg>
      <pc:sldChg chg="new del">
        <pc:chgData name="archana shinde" userId="f913e8f46c5dc923" providerId="LiveId" clId="{A1D925A0-F550-4B7B-84F3-7B62E50E5ED0}" dt="2026-09-24T11:21:13.176" v="268" actId="2696"/>
        <pc:sldMkLst>
          <pc:docMk/>
          <pc:sldMk cId="1161572703" sldId="261"/>
        </pc:sldMkLst>
      </pc:sldChg>
      <pc:sldChg chg="addSp modSp new del mod">
        <pc:chgData name="archana shinde" userId="f913e8f46c5dc923" providerId="LiveId" clId="{A1D925A0-F550-4B7B-84F3-7B62E50E5ED0}" dt="2026-09-24T11:35:30.873" v="337" actId="2696"/>
        <pc:sldMkLst>
          <pc:docMk/>
          <pc:sldMk cId="1339711176" sldId="261"/>
        </pc:sldMkLst>
        <pc:picChg chg="add mod">
          <ac:chgData name="archana shinde" userId="f913e8f46c5dc923" providerId="LiveId" clId="{A1D925A0-F550-4B7B-84F3-7B62E50E5ED0}" dt="2026-09-24T11:35:16.281" v="336" actId="14100"/>
          <ac:picMkLst>
            <pc:docMk/>
            <pc:sldMk cId="1339711176" sldId="261"/>
            <ac:picMk id="3" creationId="{1BB75D46-F0D3-41BA-8409-458D0B61C890}"/>
          </ac:picMkLst>
        </pc:picChg>
      </pc:sldChg>
      <pc:sldChg chg="addSp delSp modSp new mod modAnim">
        <pc:chgData name="archana shinde" userId="f913e8f46c5dc923" providerId="LiveId" clId="{A1D925A0-F550-4B7B-84F3-7B62E50E5ED0}" dt="2026-09-25T12:03:47.683" v="471" actId="14861"/>
        <pc:sldMkLst>
          <pc:docMk/>
          <pc:sldMk cId="2893562067" sldId="261"/>
        </pc:sldMkLst>
        <pc:spChg chg="add">
          <ac:chgData name="archana shinde" userId="f913e8f46c5dc923" providerId="LiveId" clId="{A1D925A0-F550-4B7B-84F3-7B62E50E5ED0}" dt="2026-09-25T11:59:13.353" v="461" actId="11529"/>
          <ac:spMkLst>
            <pc:docMk/>
            <pc:sldMk cId="2893562067" sldId="261"/>
            <ac:spMk id="2" creationId="{3FFC0219-E3E9-4FFC-803E-24EE7CE62EAA}"/>
          </ac:spMkLst>
        </pc:spChg>
        <pc:spChg chg="add mod">
          <ac:chgData name="archana shinde" userId="f913e8f46c5dc923" providerId="LiveId" clId="{A1D925A0-F550-4B7B-84F3-7B62E50E5ED0}" dt="2026-09-24T11:37:27.722" v="373" actId="20577"/>
          <ac:spMkLst>
            <pc:docMk/>
            <pc:sldMk cId="2893562067" sldId="261"/>
            <ac:spMk id="6" creationId="{92DD8B9B-294B-43AC-9E30-602616964A74}"/>
          </ac:spMkLst>
        </pc:spChg>
        <pc:picChg chg="add del mod">
          <ac:chgData name="archana shinde" userId="f913e8f46c5dc923" providerId="LiveId" clId="{A1D925A0-F550-4B7B-84F3-7B62E50E5ED0}" dt="2026-09-24T11:36:17.399" v="342" actId="21"/>
          <ac:picMkLst>
            <pc:docMk/>
            <pc:sldMk cId="2893562067" sldId="261"/>
            <ac:picMk id="3" creationId="{7E602BCC-B930-4286-AFBE-08CC3256DA99}"/>
          </ac:picMkLst>
        </pc:picChg>
        <pc:picChg chg="add mod">
          <ac:chgData name="archana shinde" userId="f913e8f46c5dc923" providerId="LiveId" clId="{A1D925A0-F550-4B7B-84F3-7B62E50E5ED0}" dt="2026-09-25T12:03:47.683" v="471" actId="14861"/>
          <ac:picMkLst>
            <pc:docMk/>
            <pc:sldMk cId="2893562067" sldId="261"/>
            <ac:picMk id="5" creationId="{23618737-5E96-4DDD-A178-CCEE5543B09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79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8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7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1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4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2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75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0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22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8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D7A1F-9BD1-42C9-AE34-1E6AEAFD124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78386-6C7C-446A-8FDE-C7A241770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64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ED9A1-37B8-4265-8E50-9ABD6BC7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791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b="1" i="1" dirty="0">
                <a:solidFill>
                  <a:srgbClr val="FF0000"/>
                </a:solidFill>
              </a:rPr>
              <a:t>NETFLIX DATA ANALYSIS USING MY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52ED8-FA98-4A71-B94E-BB4B28538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239618"/>
            <a:ext cx="9700591" cy="2266122"/>
          </a:xfrm>
        </p:spPr>
        <p:txBody>
          <a:bodyPr>
            <a:normAutofit/>
          </a:bodyPr>
          <a:lstStyle/>
          <a:p>
            <a:r>
              <a:rPr lang="en-US" dirty="0"/>
              <a:t>Name: Archana Shinde</a:t>
            </a:r>
          </a:p>
          <a:p>
            <a:r>
              <a:rPr lang="en-US" dirty="0"/>
              <a:t>   Subject: DBMS Project  </a:t>
            </a:r>
          </a:p>
          <a:p>
            <a:r>
              <a:rPr lang="en-US" dirty="0"/>
              <a:t> Database: </a:t>
            </a:r>
            <a:r>
              <a:rPr lang="en-US" dirty="0" err="1"/>
              <a:t>Netflix_db</a:t>
            </a:r>
            <a:r>
              <a:rPr lang="en-US" dirty="0"/>
              <a:t> </a:t>
            </a:r>
          </a:p>
          <a:p>
            <a:r>
              <a:rPr lang="en-US" dirty="0"/>
              <a:t> Table: </a:t>
            </a:r>
            <a:r>
              <a:rPr lang="en-US" dirty="0" err="1"/>
              <a:t>Netflix_titles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0C223-F9F9-46E9-9359-65B2018DAE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77" t="9176" r="25778" b="15122"/>
          <a:stretch/>
        </p:blipFill>
        <p:spPr>
          <a:xfrm>
            <a:off x="636105" y="1368420"/>
            <a:ext cx="3274888" cy="311744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5096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03FB9-DCB4-4D3A-AD1C-FCAAB8A8993E}"/>
              </a:ext>
            </a:extLst>
          </p:cNvPr>
          <p:cNvSpPr txBox="1"/>
          <p:nvPr/>
        </p:nvSpPr>
        <p:spPr>
          <a:xfrm>
            <a:off x="3047999" y="730743"/>
            <a:ext cx="64405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i="1" dirty="0">
                <a:solidFill>
                  <a:srgbClr val="C00000"/>
                </a:solidFill>
              </a:rPr>
              <a:t>Objective &amp; Tools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EC0E3-59EF-452E-82C0-9252FF6B2D02}"/>
              </a:ext>
            </a:extLst>
          </p:cNvPr>
          <p:cNvSpPr txBox="1"/>
          <p:nvPr/>
        </p:nvSpPr>
        <p:spPr>
          <a:xfrm>
            <a:off x="3047999" y="2321004"/>
            <a:ext cx="634779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Objective</a:t>
            </a:r>
            <a:r>
              <a:rPr lang="en-US" dirty="0"/>
              <a:t>: To analyze Netflix movies and TV shows data to find content trends, country-wise distribution and ratings.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sz="2400" u="sng" dirty="0"/>
              <a:t>Tools Used</a:t>
            </a:r>
            <a:r>
              <a:rPr lang="en-US" dirty="0"/>
              <a:t>:</a:t>
            </a:r>
          </a:p>
          <a:p>
            <a:r>
              <a:rPr lang="en-US" dirty="0"/>
              <a:t>  1. MySQL Workbench - For Database &amp; Queries</a:t>
            </a:r>
          </a:p>
          <a:p>
            <a:r>
              <a:rPr lang="en-US" dirty="0"/>
              <a:t>  2. Netflix_titles.csv Dataset (8807 Records)</a:t>
            </a:r>
          </a:p>
          <a:p>
            <a:r>
              <a:rPr lang="en-US" dirty="0"/>
              <a:t>  3. PowerPoint - For 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D42BB-D81D-4891-BA3C-BF31931590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6571" r="90000">
                        <a14:foregroundMark x1="6571" y1="22333" x2="8000" y2="61333"/>
                        <a14:foregroundMark x1="38714" y1="23000" x2="38714" y2="23000"/>
                        <a14:foregroundMark x1="51857" y1="25333" x2="51857" y2="25333"/>
                        <a14:foregroundMark x1="64714" y1="28000" x2="64714" y2="28000"/>
                        <a14:foregroundMark x1="75429" y1="19667" x2="75429" y2="19667"/>
                        <a14:foregroundMark x1="85571" y1="27333" x2="85571" y2="27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08" y="2321004"/>
            <a:ext cx="10866784" cy="46571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256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17C4FB-92D6-4DBD-AA4D-BC8FEB7FC0E0}"/>
              </a:ext>
            </a:extLst>
          </p:cNvPr>
          <p:cNvSpPr txBox="1"/>
          <p:nvPr/>
        </p:nvSpPr>
        <p:spPr>
          <a:xfrm>
            <a:off x="3286539" y="41615"/>
            <a:ext cx="6559826" cy="1323439"/>
          </a:xfrm>
          <a:prstGeom prst="rect">
            <a:avLst/>
          </a:prstGeom>
          <a:noFill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i="1" dirty="0">
                <a:solidFill>
                  <a:srgbClr val="C00000"/>
                </a:solidFill>
              </a:rPr>
              <a:t>Data Import &amp; SQL Queries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5C0F7-6B85-43C9-98B9-6184AC8D7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166" y="1365055"/>
            <a:ext cx="10508974" cy="5387570"/>
          </a:xfrm>
          <a:prstGeom prst="rect">
            <a:avLst/>
          </a:prstGeom>
          <a:solidFill>
            <a:srgbClr val="C00000"/>
          </a:solidFill>
          <a:ln w="88900" cap="sq">
            <a:solidFill>
              <a:srgbClr val="FFFFFF"/>
            </a:solidFill>
            <a:miter lim="800000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55873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C6515-EA9D-43C5-A2AB-90F72C209C70}"/>
              </a:ext>
            </a:extLst>
          </p:cNvPr>
          <p:cNvSpPr txBox="1"/>
          <p:nvPr/>
        </p:nvSpPr>
        <p:spPr>
          <a:xfrm>
            <a:off x="3047999" y="450574"/>
            <a:ext cx="65598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i="1" dirty="0">
                <a:solidFill>
                  <a:srgbClr val="C00000"/>
                </a:solidFill>
              </a:rPr>
              <a:t>Data Visualization - Charts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A1417-EEAF-4BAC-AC19-C95D5EC4D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409" y="1497496"/>
            <a:ext cx="3776870" cy="3468972"/>
          </a:xfrm>
          <a:prstGeom prst="rect">
            <a:avLst/>
          </a:prstGeom>
          <a:effectLst>
            <a:glow rad="1041400">
              <a:schemeClr val="accent1"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89EE2-6AE0-4E4E-8811-49BAA24E4C6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99" y="1404730"/>
            <a:ext cx="5423000" cy="3172191"/>
          </a:xfrm>
          <a:prstGeom prst="rect">
            <a:avLst/>
          </a:prstGeom>
          <a:effectLst>
            <a:glow rad="1016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948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4DC5D-B985-4F9B-9091-3B84080F7308}"/>
              </a:ext>
            </a:extLst>
          </p:cNvPr>
          <p:cNvSpPr txBox="1"/>
          <p:nvPr/>
        </p:nvSpPr>
        <p:spPr>
          <a:xfrm>
            <a:off x="3425687" y="198782"/>
            <a:ext cx="5340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E9811-A55B-43A2-B2B9-A25D62CB8399}"/>
              </a:ext>
            </a:extLst>
          </p:cNvPr>
          <p:cNvSpPr txBox="1"/>
          <p:nvPr/>
        </p:nvSpPr>
        <p:spPr>
          <a:xfrm>
            <a:off x="1285460" y="906668"/>
            <a:ext cx="10151166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95000"/>
                  </a:schemeClr>
                </a:solidFill>
              </a:rPr>
              <a:t>Netflix Data Analysis - Key Findings</a:t>
            </a:r>
          </a:p>
          <a:p>
            <a:pPr algn="ctr"/>
            <a:endParaRPr lang="en-US" sz="3200" dirty="0">
              <a:solidFill>
                <a:schemeClr val="tx1">
                  <a:lumMod val="95000"/>
                </a:schemeClr>
              </a:solidFill>
            </a:endParaRPr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1.  </a:t>
            </a:r>
            <a:r>
              <a:rPr lang="en-US" sz="2400" dirty="0">
                <a:solidFill>
                  <a:srgbClr val="C00000"/>
                </a:solidFill>
              </a:rPr>
              <a:t>Content Dominance</a:t>
            </a:r>
            <a:r>
              <a:rPr lang="en-US" sz="2000" dirty="0"/>
              <a:t>:   The United States has the highest number of titles on Netflix with 2,818 contents, followed by India with 972 titles.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2. Type Distribution</a:t>
            </a:r>
            <a:r>
              <a:rPr lang="en-US" dirty="0"/>
              <a:t>:    Movies dominate the platform with 70% content, while TV Shows account for 30%.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3. Ratings Insight</a:t>
            </a:r>
            <a:r>
              <a:rPr lang="en-US" dirty="0"/>
              <a:t>:    TV-MA is the most common rating, showing that mature content is more popular.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4. Growth Trend</a:t>
            </a:r>
            <a:r>
              <a:rPr lang="en-US" dirty="0"/>
              <a:t>:    The year 2019 recorded the highest number of new releases on Netflix.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5. Learning Outcome</a:t>
            </a:r>
            <a:r>
              <a:rPr lang="en-US" dirty="0"/>
              <a:t>:   With MySQL, we can easily analyze large datasets to find business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B685C-71B8-4F2E-A28A-2E4DBA48A2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07" y="1921565"/>
            <a:ext cx="10714381" cy="459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23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618737-5E96-4DDD-A178-CCEE5543B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712" y="513108"/>
            <a:ext cx="5717913" cy="37938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90000" dist="508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D8B9B-294B-43AC-9E30-602616964A74}"/>
              </a:ext>
            </a:extLst>
          </p:cNvPr>
          <p:cNvSpPr txBox="1"/>
          <p:nvPr/>
        </p:nvSpPr>
        <p:spPr>
          <a:xfrm>
            <a:off x="8388626" y="4479235"/>
            <a:ext cx="3154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</a:t>
            </a:r>
          </a:p>
          <a:p>
            <a:r>
              <a:rPr lang="en-US" dirty="0"/>
              <a:t>ARCHANA SHINDE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FC0219-E3E9-4FFC-803E-24EE7CE62EAA}"/>
              </a:ext>
            </a:extLst>
          </p:cNvPr>
          <p:cNvSpPr/>
          <p:nvPr/>
        </p:nvSpPr>
        <p:spPr>
          <a:xfrm>
            <a:off x="6679096" y="2014330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62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211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NETFLIX DATA ANALYSIS USING MY SQL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DATA ANALYSIS USING MY SQL</dc:title>
  <dc:creator>archana shinde</dc:creator>
  <cp:lastModifiedBy>archana shinde</cp:lastModifiedBy>
  <cp:revision>10</cp:revision>
  <dcterms:created xsi:type="dcterms:W3CDTF">2026-09-24T07:19:58Z</dcterms:created>
  <dcterms:modified xsi:type="dcterms:W3CDTF">2026-09-25T12:17:24Z</dcterms:modified>
</cp:coreProperties>
</file>